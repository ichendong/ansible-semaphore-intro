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Ansible + Semaphore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AA"/>
                </a:solidFill>
              </a:defRPr>
            </a:pPr>
            <a:r>
              <a:t>IT Infra 自動化管理方案介紹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CCCCCC"/>
                </a:solidFill>
              </a:defRPr>
            </a:pPr>
            <a:r>
              <a:t>給 IT Infra 團隊的自動化入門指南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AA"/>
                </a:solidFill>
              </a:defRPr>
            </a:pPr>
            <a:r>
              <a:t>Ansible 是什麼？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開源自動化工具 (Red Hat 支援)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Agentless：無需在目標主機安裝 Agent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Infrastructure as Code：YAML 描述基礎設施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模組化 Playbook：重複任務一鍵執行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適用場景：部署、設定管理、應用程式發布、批次操作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AA"/>
                </a:solidFill>
              </a:defRPr>
            </a:pPr>
            <a:r>
              <a:t>Semaphore UI 介紹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Ansible 的 Web 圖形化前端管理介面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開源免費 (GitHub: semaphoreui/semaphore)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核心功能：Playbook 排程執行、Inventory/Key 管理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內建通知 (Email/Slack/Telegram)、執行日誌紀錄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支援多人協作與權限控管 (RBAC)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Docker 一鍵部署，安裝簡單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AA"/>
                </a:solidFill>
              </a:defRPr>
            </a:pPr>
            <a:r>
              <a:t>Ansible + Semaphore UI 搭配優勢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Ansible 負責『做什麼』→ 自動化邏輯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Semaphore UI 負責『怎麼管』→ 視覺化與排程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降低 CLI 門檻，非工程師也能操作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審計軌跡完整，每次執行都有日誌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結合 Git 版本控制，變更可追溯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AA"/>
                </a:solidFill>
              </a:defRPr>
            </a:pPr>
            <a:r>
              <a:t>平台比較：Semaphore vs GitLab vs Ansible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400"/>
              </a:spcAft>
              <a:defRPr sz="1700">
                <a:solidFill>
                  <a:srgbClr val="CCCCCC"/>
                </a:solidFill>
              </a:defRPr>
            </a:pPr>
            <a:r>
              <a:t>Semaphore UI          GitLab CI/CD          Red Hat Ansible Platform</a:t>
            </a:r>
          </a:p>
          <a:p>
            <a:pPr>
              <a:spcAft>
                <a:spcPts val="1400"/>
              </a:spcAft>
              <a:defRPr sz="1700">
                <a:solidFill>
                  <a:srgbClr val="CCCCCC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1400"/>
              </a:spcAft>
              <a:defRPr sz="1700">
                <a:solidFill>
                  <a:srgbClr val="CCCCCC"/>
                </a:solidFill>
              </a:defRPr>
            </a:pPr>
            <a:r>
              <a:t>費用        開源免費                開源/付費              企業付費 ($$$)</a:t>
            </a:r>
          </a:p>
          <a:p>
            <a:pPr>
              <a:spcAft>
                <a:spcPts val="1400"/>
              </a:spcAft>
              <a:defRPr sz="1700">
                <a:solidFill>
                  <a:srgbClr val="CCCCCC"/>
                </a:solidFill>
              </a:defRPr>
            </a:pPr>
            <a:r>
              <a:t>部署        Docker 輕量             GitLab Runner          完整企業級架構</a:t>
            </a:r>
          </a:p>
          <a:p>
            <a:pPr>
              <a:spcAft>
                <a:spcPts val="1400"/>
              </a:spcAft>
              <a:defRPr sz="1700">
                <a:solidFill>
                  <a:srgbClr val="CCCCCC"/>
                </a:solidFill>
              </a:defRPr>
            </a:pPr>
            <a:r>
              <a:t>Ansible    原生支援                需自行整合              原生深度整合</a:t>
            </a:r>
          </a:p>
          <a:p>
            <a:pPr>
              <a:spcAft>
                <a:spcPts val="1400"/>
              </a:spcAft>
              <a:defRPr sz="1700">
                <a:solidFill>
                  <a:srgbClr val="CCCCCC"/>
                </a:solidFill>
              </a:defRPr>
            </a:pPr>
            <a:r>
              <a:t>UI 體驗     專為 Ansible 設計      通用 CI/CD              企業級儀表板</a:t>
            </a:r>
          </a:p>
          <a:p>
            <a:pPr>
              <a:spcAft>
                <a:spcPts val="1400"/>
              </a:spcAft>
              <a:defRPr sz="1700">
                <a:solidFill>
                  <a:srgbClr val="CCCCCC"/>
                </a:solidFill>
              </a:defRPr>
            </a:pPr>
            <a:r>
              <a:t>學習曲線    低                      中                      高</a:t>
            </a:r>
          </a:p>
          <a:p>
            <a:pPr>
              <a:spcAft>
                <a:spcPts val="1400"/>
              </a:spcAft>
              <a:defRPr sz="1700">
                <a:solidFill>
                  <a:srgbClr val="CCCCCC"/>
                </a:solidFill>
              </a:defRPr>
            </a:pPr>
            <a:r>
              <a:t>適合團隊    中小團隊入門           已有 GitLab 生態        大型企業/有預算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CC00"/>
                </a:solidFill>
              </a:defRPr>
            </a:pPr>
            <a:r>
              <a:t>為什麼推薦 Semaphore UI？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成本：完全開源免費，無授權壓力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速度：Docker 5 分鐘內啟動，快速驗證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專注：專為 Ansible 打造，無多餘功能干擾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彈性：支援 Git 倉庫、多環境、多專案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擴展：團隊成長後可無縫銜接 Ansible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AA"/>
                </a:solidFill>
              </a:defRPr>
            </a:pPr>
            <a:r>
              <a:t>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Ansible 是自動化核心引擎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Semaphore UI 是最輕量的管理入口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適合從零開始建立自動化流程的 IT Infra 團隊</a:t>
            </a:r>
          </a:p>
          <a:p>
            <a:pPr>
              <a:spcAft>
                <a:spcPts val="1600"/>
              </a:spcAft>
              <a:defRPr sz="2200">
                <a:solidFill>
                  <a:srgbClr val="CCCCCC"/>
                </a:solidFill>
              </a:defRPr>
            </a:pPr>
            <a:r>
              <a:t>• 未來可根據需求升級至企業級方案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CC00"/>
                </a:solidFill>
              </a:defRPr>
            </a:pPr>
            <a:r>
              <a:t>Q &amp; A — 歡迎討論！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