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0"/>
            <a:ext cx="2743200" cy="6858000"/>
          </a:xfrm>
          <a:prstGeom prst="rect">
            <a:avLst/>
          </a:prstGeom>
          <a:solidFill>
            <a:srgbClr val="1C25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400" b="1">
                <a:solidFill>
                  <a:srgbClr val="F0F0F0"/>
                </a:solidFill>
              </a:defRPr>
            </a:pPr>
            <a:r>
              <a:t>Ansible + Semaphore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0">
                <a:solidFill>
                  <a:srgbClr val="00FFCC"/>
                </a:solidFill>
              </a:defRPr>
            </a:pPr>
            <a:r>
              <a:t>IT Infra 自動化管理方案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Ansible: 自動化核心引擎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3931920" cy="41148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核心特點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Agentless：無需安裝代理程式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IaC：使用 YAML 定義基礎設施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模組化：透過 Playbook 實現重複使用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適用場景：設定管理、應用部署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1828800"/>
            <a:ext cx="3931920" cy="41148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2103120"/>
            <a:ext cx="3566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引入價值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降低維運複雜度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確保環境一致性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快速擴展基礎設施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減少人為配置錯誤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Semaphore UI: 視覺化管理入口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41148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功能概覽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專為 Ansible 設計的開源 Web UI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圖形化管理 Inventory 與 SSH Keys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視覺化 Playbook 執行紀錄與日誌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內建任務排程 (Cron-like) 與通知系統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多人協作權限管理 (RBAC)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• Docker 一鍵部署，極速上手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Ansible + Semaphore UI 的化學反應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Ansible (The Brain)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定義邏輯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 YAML Playbooks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自動化執行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27432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Semaphore (The Face)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管理入口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 視覺化介面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權限與排程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2560320" cy="27432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21945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Result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最終產出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 穩定、可追溯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低門檻操作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方案對比：選擇最適合的工具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560320" cy="3657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Semaphore UI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費用：開源免費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部署：極輕量 (Docker)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重心：Ansible 專用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學習：低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828800"/>
            <a:ext cx="2560320" cy="3657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21031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GitLab CI/CD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費用：開源/付費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部署：中量 (Runner)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重心：通用 CI/CD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學習：中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828800"/>
            <a:ext cx="2560320" cy="36576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2194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Red Hat Platform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費用：企業付費 $$$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部署：重量級架構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重心：企業級整合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學習：高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為什麼我們應該選擇 Semaphore UI？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36576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</a:defRPr>
            </a:pPr>
            <a:r>
              <a:t>零成本、極速部署、專注自動化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總結與展望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80160"/>
            <a:ext cx="1371600" cy="45720"/>
          </a:xfrm>
          <a:prstGeom prst="rect">
            <a:avLst/>
          </a:prstGeom>
          <a:solidFill>
            <a:srgbClr val="00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8229600" cy="2743200"/>
          </a:xfrm>
          <a:prstGeom prst="roundRect">
            <a:avLst/>
          </a:prstGeom>
          <a:solidFill>
            <a:srgbClr val="1C2541"/>
          </a:solidFill>
          <a:ln w="12700">
            <a:solidFill>
              <a:srgbClr val="00FF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7863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FCC"/>
                </a:solidFill>
              </a:defRPr>
            </a:pPr>
            <a:r>
              <a:t>核心目標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1. 建立以 Ansible 為核心的自動化標準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2. 以 Semaphore UI 降低團隊操作門檻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3. 實現可追溯、可排程的基礎設施管理</a:t>
            </a:r>
          </a:p>
          <a:p>
            <a:pPr>
              <a:spcAft>
                <a:spcPts val="1000"/>
              </a:spcAft>
              <a:defRPr sz="1600">
                <a:solidFill>
                  <a:srgbClr val="F0F0F0"/>
                </a:solidFill>
              </a:defRPr>
            </a:pPr>
            <a:r>
              <a:t>4. 隨需求無縫升級至企業級方案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0F0F0"/>
                </a:solidFill>
              </a:defRPr>
            </a:pPr>
            <a: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